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242E"/>
                </a:solidFill>
                <a:latin typeface="Microsoft YaHei"/>
              </a:rPr>
              <a:t>dsh-composer-ux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C6EF5"/>
                </a:solidFill>
                <a:latin typeface="Microsoft YaHei"/>
              </a:rPr>
              <a:t>DeepSeek Harness 网页版 · 输入体验增强插件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icrosoft YaHei"/>
              </a:rPr>
              <a:t>让输入框顺手起来：键位、右键菜单、快捷指令、提示词优化、金额与统计。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82296" cy="566928"/>
          </a:xfrm>
          <a:prstGeom prst="roundRect">
            <a:avLst>
              <a:gd name="adj" fmla="val 45000"/>
            </a:avLst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395728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42E"/>
                </a:solidFill>
                <a:latin typeface="Microsoft YaHei"/>
              </a:rPr>
              <a:t>键位随你定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发送键 / 换行键给预设，也能自己按一遍录下来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59936" y="2468880"/>
            <a:ext cx="82296" cy="566928"/>
          </a:xfrm>
          <a:prstGeom prst="roundRect">
            <a:avLst>
              <a:gd name="adj" fmla="val 45000"/>
            </a:avLst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2395728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42E"/>
                </a:solidFill>
                <a:latin typeface="Microsoft YaHei"/>
              </a:rPr>
              <a:t>右键菜单三档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651760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官方不介入 / 浏览器菜单 / 补上 7 项的自定义菜单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01568"/>
            <a:ext cx="82296" cy="566928"/>
          </a:xfrm>
          <a:prstGeom prst="roundRect">
            <a:avLst>
              <a:gd name="adj" fmla="val 45000"/>
            </a:avLst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328416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42E"/>
                </a:solidFill>
                <a:latin typeface="Microsoft YaHei"/>
              </a:rPr>
              <a:t>快捷指令 + 提示词优化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84448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常用提示词一键插入；草稿先让模型改，逐条给出依据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59936" y="3401568"/>
            <a:ext cx="82296" cy="566928"/>
          </a:xfrm>
          <a:prstGeom prst="roundRect">
            <a:avLst>
              <a:gd name="adj" fmla="val 45000"/>
            </a:avLst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1104" y="3328416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42E"/>
                </a:solidFill>
                <a:latin typeface="Microsoft YaHei"/>
              </a:rPr>
              <a:t>输入框下方的两个数字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3584448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缓存命中给三位小数；本会话金额胶囊点开看明细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34256"/>
            <a:ext cx="82296" cy="566928"/>
          </a:xfrm>
          <a:prstGeom prst="roundRect">
            <a:avLst>
              <a:gd name="adj" fmla="val 45000"/>
            </a:avLst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261104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42E"/>
                </a:solidFill>
                <a:latin typeface="Microsoft YaHei"/>
              </a:rPr>
              <a:t>终端与请求头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517136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Windows 默认换 Git Bash；OpenCode 请求自动带头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59936" y="4334256"/>
            <a:ext cx="82296" cy="566928"/>
          </a:xfrm>
          <a:prstGeom prst="roundRect">
            <a:avLst>
              <a:gd name="adj" fmla="val 45000"/>
            </a:avLst>
          </a:prstGeom>
          <a:solidFill>
            <a:srgbClr val="4C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4261104"/>
            <a:ext cx="3063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42E"/>
                </a:solidFill>
                <a:latin typeface="Microsoft YaHei"/>
              </a:rPr>
              <a:t>一栏一个开关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4517136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十项能力各自可关，装前可体检，设置页一栏一项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413248"/>
            <a:ext cx="6675120" cy="603504"/>
          </a:xfrm>
          <a:prstGeom prst="roundRect">
            <a:avLst>
              <a:gd name="adj" fmla="val 18000"/>
            </a:avLst>
          </a:prstGeom>
          <a:solidFill>
            <a:srgbClr val="1B2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504688"/>
            <a:ext cx="6309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6EAF2"/>
                </a:solidFill>
                <a:latin typeface="Consolas"/>
              </a:rPr>
              <a:t>dsh plugin --profile &lt;profile&gt; add dsh-composer-ux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14476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装完重启 DSH 即可；设置页多出「输入体验」一栏，十项能力各自可关。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658368"/>
            <a:ext cx="3840480" cy="581558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3568" y="3035808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（截图占位）
把实机截图另存为 docs/promo/screenshot.png
再跑一次本脚本即可替换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55664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0.12.0 · MIT · github.com/fangwen9527/dsh-composer-ux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